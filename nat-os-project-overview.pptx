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</a:rPr>
              <a:t>nat-os</a:t>
            </a:r>
          </a:p>
          <a:p>
            <a:pPr>
              <a:spcBef>
                <a:spcPts val="800"/>
              </a:spcBef>
            </a:pPr>
            <a:r>
              <a:rPr sz="2400">
                <a:solidFill>
                  <a:srgbClr val="BDD7EE"/>
                </a:solidFill>
              </a:rPr>
              <a:t>An operating system written from scratch for the ESP32</a:t>
            </a:r>
          </a:p>
          <a:p>
            <a:pPr>
              <a:spcBef>
                <a:spcPts val="2800"/>
              </a:spcBef>
            </a:pPr>
            <a:r>
              <a:rPr sz="1500">
                <a:solidFill>
                  <a:srgbClr val="BFBFBF"/>
                </a:solidFill>
              </a:rPr>
              <a:t>No ESP-IDF · No Arduino · No FreeRTOS · No C library
ESP32-2432S028R (Cheap Yellow Display) · 39 engineering reports · 138 commits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E69138"/>
                </a:solidFill>
              </a:rPr>
              <a:t>Project analysis — generated from source tree and docs/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521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>
                <a:solidFill>
                  <a:srgbClr val="262626"/>
                </a:solidFill>
              </a:rPr>
              <a:t>- nat-os is a freestanding kernel for the ESP32 that owns scheduling, memory, drivers, and application execution. Every instruction from the image entry point onward is project code except a replaceable bootloader and partition table.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262626"/>
                </a:solidFill>
              </a:rPr>
              <a:t>- Two decisions shape everything: compile the kernel with -mabi=call0 (no register windows — context switch is a conventional save/restore), and run applications in a bounds-checked bytecode VM (hardware has no MMU paging, so software isolation is the only option).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262626"/>
                </a:solidFill>
              </a:rPr>
              <a:t>- Milestones M0–M5 completed in one day (2026-08-14): boot, tick, preemptive scheduler, heap/arenas, bytecode interpreter, multi-app shell. A week of driver work followed: display, touch, 3D raycaster, persistence, SD, audio, device model, custom bootloader, flash-executable code, and integration of Espressif's closed WiFi/PHY blob.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262626"/>
                </a:solidFill>
              </a:rPr>
              <a:t>- The project is unusually well documented: 39 numbered engineering reports (UM-NATOS-001 through 039), a 31-chapter book synthesis, and standing rules extracted from every embarrassing defect.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262626"/>
                </a:solidFill>
              </a:rPr>
              <a:t>- Current frontier: vendor WiFi stack runs from flash under nat-os's own bootloader; init-time windowed/call0 bridging bugs are being closed one measurement at a time. Nothing has been on air yet.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Target hardware</a:t>
            </a:r>
          </a:p>
          <a:p>
            <a:r>
              <a:rPr sz="1250">
                <a:solidFill>
                  <a:srgbClr val="BDD7EE"/>
                </a:solidFill>
              </a:rPr>
              <a:t>ESP32-2432S028R — the only board every measurement was taken 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1143000"/>
          <a:ext cx="115214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40480"/>
                <a:gridCol w="6309360"/>
              </a:tblGrid>
              <a:tr h="3840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Design consequence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</a:rPr>
                        <a:t>SoC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ESP32-D0WD, dual Xtensa LX6 @ up to 240 MHz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Real SMP possible; deferred — single-core kernel for now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</a:rPr>
                        <a:t>Internal SRAM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520 KB total, no PSRAM on stock CYD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Tight once graphics + WiFi blob writable state are reserved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</a:rPr>
                        <a:t>Flash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4 MB, execute-in-place via cache/MMU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.rodata in flash since M11; .text in flash since UM-NATOS-037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</a:rPr>
                        <a:t>MMU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Flash-cache translation only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No per-process address spaces — isolation is VM + arenas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</a:rPr>
                        <a:t>Display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ILI9341 240×320 + XPT2046 resistive touch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Board-specific code confined to board_cyd.h, display.c, touch.c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864"/>
                          </a:solidFill>
                        </a:rPr>
                        <a:t>Image size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~37 KB kernel (no WiFi) / larger with blob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~145 KB DRAM left for heap, stacks, and app arenas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Two decisions that constrain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521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</a:rPr>
              <a:t>- call0 ABI — Xtensa's windowed ABI (call8/call12) makes context switch require spilling live register windows — where from-scratch Xtensa kernels usually stall. call0 removes windows entirely. Cost: ROM routines (windowed) cannot be called directly — irrelevant until WiFi, when hand-written bridges in kernel/window.S become the integration layer.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</a:rPr>
              <a:t>- Bytecode VM for applications — The ESP32 MMU does not implement page tables. Any native code can write any address. Running apps in an interpreter whose loads/stores are bounds-checked recovers protection in software and makes preemption at instruction boundaries trivial. An app deliberately written to escape its arena is in the test suite — it cannot.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</a:rPr>
              <a:t>- L2 start — Writing L1 (clock trees, SPI calibration) is silicon bring-up, not OS design. Borrowing L1 yielded a running CPU quickly; L1 was later replaced entirely (UM-NATOS-035). Clock config moved to kernel/clock.c after the half-speed board defect (UM-NATOS-036).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Layer model and project scope</a:t>
            </a:r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02" y="960120"/>
            <a:ext cx="998489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Memory map and the isolation problem</a:t>
            </a:r>
          </a:p>
        </p:txBody>
      </p:sp>
      <p:pic>
        <p:nvPicPr>
          <p:cNvPr id="3" name="Picture 2" descr="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38" y="960120"/>
            <a:ext cx="11348019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Kernel: scheduler and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521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Preemptive, three priority levels with ageing — no ready task waits more than ~600 ms regardless of what sits above it.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Task states: READY, RUNNING, BLOCKED (mutex), SLEEPING (WAITI in idle). Up to 12 native task slots; context switch saves/restores a fixed frame in task.c / vectors.S.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Tick: CCOMPARE1 level-3 interrupt. Critical standing rules emerged here: clear PS.EXCM before calling C from handlers (zero-overhead loops break otherwise); yield must never defer the tick deadline; shared register shadows need one writer or synchronized bookkeeping.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Stack guards checked on every switch; worst task uses 444 B of 2,048 (78% margin measured). Panic dumps EXCCAUSE/EPC to serial, flash, and panel.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WiFi build adds windowed vendor code via phy_stack_call, rom_callN, win_spill_all — the call0 kernel must bridge into -mabi=windowed blob code safely (kernel/window.S, vendor/windowed/wifi_osi_stubs.c).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Applications: bytecode VM and containment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521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Register-based VM: 35 opcodes, 14 syscalls, NatScript assembler in tools/. Programs compiled to .vasm, assembled to headers in kernel/generated/.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Every memory access bounds-checked against the app's arena. Six fault classes contained (bad opcode, OOB load/store, stack overflow, etc.). 3.3M instructions across 450 preemptions with zero accounting drift.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Syscalls: display (FILL/TEXT/DIMS/BLIT confined to viewport), touch (confined), messaging (copied through kernel mailbox — never shared memory), device model (light, speaker, persistence, I2C, keypad, SD — with per-app permissions, UM-NATOS-032).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Launcher: 3×3 icon grid, hybrid cursor, double-tap to run. On-screen shell reaches the real serial shell via UART tee — one command set, not two.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Sample apps: pong, paint, rogue, raycast demo, note pad, spin, blit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Drivers and peripherals — verified state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1097280"/>
          <a:ext cx="115214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6949440"/>
              </a:tblGrid>
              <a:tr h="38404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</a:rPr>
                        <a:t>Subsystem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</a:rPr>
                        <a:t>Hardware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Display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ILI9341 via SPI2 + DMA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43 ms full-screen fill; DMA bit-30 bug fixed (UM-NATOS-030)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Touch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XPT2046 + PENIRQ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Calibrated on-device; X was inverted 3 months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Audio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LEDC PWM on GPIO26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Tones work; 440 Hz inaudible, 3 kHz clear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ADC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SAR ADC1, 8 ch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Light sensor on GPIO34 confirmed (+265 counts)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I2C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Bit-bang GPIO22/27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Bus electrically verified; no device attached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Flash store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SPI flash @ 2 MB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Checksummed record survives power cycle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microSD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SPI mode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FAT16 header read; per-stage error codes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Interrupts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Matrix routing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Peripheral IRQ routable; PENIRQ never fired from finger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WiFi/PHY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Espressif blob in flash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PHY init OK; driver init in progress; not on air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3D view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Software raycaster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16 fps grid dungeon; optional framebuffer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Development timeline</a:t>
            </a:r>
          </a:p>
          <a:p>
            <a:r>
              <a:rPr sz="1250">
                <a:solidFill>
                  <a:srgbClr val="BDD7EE"/>
                </a:solidFill>
              </a:rPr>
              <a:t>138 commits · 2026-08-14 through 2026-08-21</a:t>
            </a:r>
          </a:p>
        </p:txBody>
      </p:sp>
      <p:pic>
        <p:nvPicPr>
          <p:cNvPr id="3" name="Picture 2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1560"/>
            <a:ext cx="12191695" cy="47116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Build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521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Toolchain: xtensa-esp32-elf-gcc from PlatformIO packages only — not PlatformIO as a build system. build.ps1 compiles, links, packages natos.bin.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Key flags: -mabi=call0, -ffreestanding, -fno-builtin, -Os. WiFi build adds -DBOARD_WIFI_OVERRIDE=1 and links vendor blob + window bridges.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Flash layout: stage-2 boot @ 0x1000, partition table @ 0x8000, kernel @ 0x10000. Custom bootloader is 2,736 bytes (boot/); vendor boot available via -VendorBootloader for A/B recovery.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Board targets: cyd (default, verified) and lora32 (pin map not yet verified).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262626"/>
                </a:solidFill>
              </a:rPr>
              <a:t>- Host tools: NatScript assembler (tools/vasm.py), serial command sender (tools/serial/send_cmd.py), bytecode program sources (*.vasm).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Documentation culture</a:t>
            </a:r>
          </a:p>
          <a:p>
            <a:r>
              <a:rPr sz="1250">
                <a:solidFill>
                  <a:srgbClr val="BDD7EE"/>
                </a:solidFill>
              </a:rPr>
              <a:t>what makes this project unusual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521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</a:rPr>
              <a:t>- 39 engineering reports (UM-NATOS-001–039): each states what was decided, what was measured, and what remains unverified. Every report ends with what it does NOT establish.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</a:rPr>
              <a:t>- Measured vs assumed is always separated. Several standing rules exist because plausible-looking numbers were believed while an instrument declared its own reading invalid.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</a:rPr>
              <a:t>- docs/book/: 31-chapter synthesis with appendices (ISA reference, register map, timeline, measurements). Reports remain primary; book is continuity.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</a:rPr>
              <a:t>- Defects are recorded honestly: tick deadline racing into the future, touch axis inverted behind a calibration that could only give one answer, DMA_OUTLINK_START defined as bit 30 (RESTART not START), idle task that silently failed to be created.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62626"/>
                </a:solidFill>
              </a:rPr>
              <a:t>- AGENTS.md codifies debugging discipline: reproduce first, one variable at a time, preserve known-good git state, treat linker maps and register dumps as primary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Standing rules (sample)</a:t>
            </a:r>
          </a:p>
          <a:p>
            <a:r>
              <a:rPr sz="1250">
                <a:solidFill>
                  <a:srgbClr val="BDD7EE"/>
                </a:solidFill>
              </a:rPr>
              <a:t>each rule constrains future code — extracted from a specific defect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1097280"/>
          <a:ext cx="11521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926080"/>
                <a:gridCol w="7406640"/>
              </a:tblGrid>
              <a:tr h="38404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Origin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One-line statement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864"/>
                          </a:solidFill>
                        </a:rPr>
                        <a:t>EXCM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M2 / UM-NATOS-009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Clear PS.EXCM before calling C from any IRQ handler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864"/>
                          </a:solidFill>
                        </a:rPr>
                        <a:t>Tick yield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Display freeze / UM-NATOS-016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Yield must only move CCOMPARE1 earlier, never later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864"/>
                          </a:solidFill>
                        </a:rPr>
                        <a:t>Shadow registers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183 ms stall / UM-NATOS-008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One writer, or every writer maintains the shadow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864"/>
                          </a:solidFill>
                        </a:rPr>
                        <a:t>Instruments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Touch cal / UM-NATOS-017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When an instrument says its reading is invalid, believe it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864"/>
                          </a:solidFill>
                        </a:rPr>
                        <a:t>Experiments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Flash debug / UM-NATOS-018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A negative result is informative only if the experiment ran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864"/>
                          </a:solidFill>
                        </a:rPr>
                        <a:t>Existence ≠ proof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Shell RX / UM-NATOS-019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Trigger the mechanism on purpose, or treat as untested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864"/>
                          </a:solidFill>
                        </a:rPr>
                        <a:t>Lock contention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Mutex timing / UM-NATOS-014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Cost is number of blocking events, not hold time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864"/>
                          </a:solidFill>
                        </a:rPr>
                        <a:t>Fix scope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Launcher chrome / UM-NATOS-021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Correct diagnosis does not license arbitrary blast radius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Recent frontier work (reports 027–039)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521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UM-NATOS-028–030: WiFi receive path, seven instruments caught lying, display DMA dead since boot — root cause one wrong bit (RESTART vs START).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UM-NATOS-031–032: Device model — peripherals as table entries with per-app permissions; ~70 lines, explicitly not security.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UM-NATOS-034: Second receiver negative result — nothing demodulable on air; fault is RF/PHY path, not frame construction.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UM-NATOS-035–037: Custom bootloader, half-speed clock defect, kernel code moved to flash (free IRAM 19 KB → 45 KB).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UM-NATOS-038: 606 KB vendor blob mapped in three windows (code, rodata, writable DRAM); 118-entry OSI adapter table; struct layout off by 4 bytes found by asking real ESP-IDF to print offsets.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UM-NATOS-039: Phantom WINDOWSTART bits root-caused — context switch wrote windowstart through rotated register view; fixed by instruction reorder. Exposed next failure: first multi-frame windowed task suspension.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Current status and open problems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1097280"/>
          <a:ext cx="11521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6035040"/>
              </a:tblGrid>
              <a:tr h="38404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</a:rPr>
                        <a:t>Next / open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Core kernel M0–M5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Complete, hardware-verified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Stable baseline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Display / touch / UI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Working on CYD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PENIRQ from finger unobserved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WiFi transmit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Not on air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PHY init OK; driver init fault under investigation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Windowed bridging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Partially closed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Multi-frame park machinery for blob task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lora32 board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Pin map unverified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Second receiver experiment used CYD only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Priority inheritance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Unwired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task_boost() exists; nothing calls it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DRAM budget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Unremeasured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tasks + 3 drivers since last M3 figure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JTAG probe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Ordered, not in hand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Would change debug methodology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Source tree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521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kernel/ — ~125 files: start.S, vectors.S, window.S (entry/IRQ/window bridges); task.c, timer.c, heap.c, arena.c, vm.c, app.c, ipc.c; display.c, touch.c, raycast.c, flash.c, sd.c, audio.c, i2c.c, adc.c; blobcall.c, phyinit.c, wifi_osi_impl.c; shell.c, term.c, desktop.c (launcher); linker.ld.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boot/ — custom second-stage loader (replaces 17 KB ESP-IDF boot).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vendor/ — partition table, optional ESP-IDF boot recovery, windowed WiFi blob and OSI stubs; net80211/ probe tooling.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tools/ — NatScript assembler, demo/program .vasm sources, serial helpers.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docs/ — 39 reports, book/, debug/ investigation records, next_moves/ roadmap.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262626"/>
                </a:solidFill>
              </a:rPr>
              <a:t>- Key shell commands: ps, run, kill, mem, stacks, 3d, fb, sd, wifiinit (WiFi build), wintorture, hang/fault/smash (failure paths exercised on purpose).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nat-os project overview | Used Medias LLC — Embedded Systems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